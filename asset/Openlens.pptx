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Be Vietnam Ultra-Bold" charset="1" panose="00000900000000000000"/>
      <p:regular r:id="rId9"/>
    </p:embeddedFont>
    <p:embeddedFont>
      <p:font typeface="Arial MT Pro Bold" charset="1" panose="020B0802020202020204"/>
      <p:regular r:id="rId10"/>
    </p:embeddedFont>
    <p:embeddedFont>
      <p:font typeface="Arial MT Pro" charset="1" panose="020B050202020202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7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0" y="5143500"/>
            <a:ext cx="18288000" cy="5143500"/>
          </a:xfrm>
          <a:custGeom>
            <a:avLst/>
            <a:gdLst/>
            <a:ahLst/>
            <a:cxnLst/>
            <a:rect r="r" b="b" t="t" l="l"/>
            <a:pathLst>
              <a:path h="5143500" w="18288000">
                <a:moveTo>
                  <a:pt x="0" y="5143500"/>
                </a:moveTo>
                <a:lnTo>
                  <a:pt x="18288000" y="5143500"/>
                </a:lnTo>
                <a:lnTo>
                  <a:pt x="1828800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-660" t="0" r="-660" b="-12020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807293" y="4217426"/>
            <a:ext cx="612048" cy="61204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F185D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19262" y="265961"/>
            <a:ext cx="393858" cy="381513"/>
          </a:xfrm>
          <a:custGeom>
            <a:avLst/>
            <a:gdLst/>
            <a:ahLst/>
            <a:cxnLst/>
            <a:rect r="r" b="b" t="t" l="l"/>
            <a:pathLst>
              <a:path h="381513" w="393858">
                <a:moveTo>
                  <a:pt x="0" y="0"/>
                </a:moveTo>
                <a:lnTo>
                  <a:pt x="393858" y="0"/>
                </a:lnTo>
                <a:lnTo>
                  <a:pt x="393858" y="381513"/>
                </a:lnTo>
                <a:lnTo>
                  <a:pt x="0" y="381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732887"/>
            <a:ext cx="16134825" cy="282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17"/>
              </a:lnSpc>
            </a:pPr>
            <a:r>
              <a:rPr lang="en-US" b="true" sz="22797" spc="-1367">
                <a:solidFill>
                  <a:srgbClr val="FEFAE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OPENLENS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463300"/>
            <a:ext cx="12390376" cy="158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7"/>
              </a:lnSpc>
              <a:spcBef>
                <a:spcPct val="0"/>
              </a:spcBef>
            </a:pPr>
            <a:r>
              <a:rPr lang="en-US" b="true" sz="6230" spc="-249">
                <a:solidFill>
                  <a:srgbClr val="FFFDF7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</a:t>
            </a:r>
            <a:r>
              <a:rPr lang="en-US" b="true" sz="6230" spc="-249" strike="noStrike" u="none">
                <a:solidFill>
                  <a:srgbClr val="FFFDF7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</a:t>
            </a:r>
            <a:r>
              <a:rPr lang="en-US" b="true" sz="6230" spc="-249" strike="noStrike" u="none">
                <a:solidFill>
                  <a:srgbClr val="FFFDF7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r-awa</a:t>
            </a:r>
            <a:r>
              <a:rPr lang="en-US" b="true" sz="6230" spc="-249" strike="noStrike" u="none">
                <a:solidFill>
                  <a:srgbClr val="FFFDF7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 AI for the open web</a:t>
            </a:r>
          </a:p>
          <a:p>
            <a:pPr algn="l" marL="0" indent="0" lvl="0">
              <a:lnSpc>
                <a:spcPts val="5607"/>
              </a:lnSpc>
              <a:spcBef>
                <a:spcPct val="0"/>
              </a:spcBef>
            </a:pPr>
          </a:p>
        </p:txBody>
      </p:sp>
      <p:sp>
        <p:nvSpPr>
          <p:cNvPr name="AutoShape 10" id="10"/>
          <p:cNvSpPr/>
          <p:nvPr/>
        </p:nvSpPr>
        <p:spPr>
          <a:xfrm>
            <a:off x="12217918" y="9057299"/>
            <a:ext cx="607008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139582" y="3835822"/>
            <a:ext cx="1279760" cy="1249365"/>
          </a:xfrm>
          <a:custGeom>
            <a:avLst/>
            <a:gdLst/>
            <a:ahLst/>
            <a:cxnLst/>
            <a:rect r="r" b="b" t="t" l="l"/>
            <a:pathLst>
              <a:path h="1249365" w="1279760">
                <a:moveTo>
                  <a:pt x="0" y="0"/>
                </a:moveTo>
                <a:lnTo>
                  <a:pt x="1279760" y="0"/>
                </a:lnTo>
                <a:lnTo>
                  <a:pt x="1279760" y="1249365"/>
                </a:lnTo>
                <a:lnTo>
                  <a:pt x="0" y="1249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600093" y="4233743"/>
            <a:ext cx="268790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0"/>
              </a:lnSpc>
            </a:pPr>
            <a:r>
              <a:rPr lang="en-US" sz="2000" spc="-5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Presented By : 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00093" y="4538543"/>
            <a:ext cx="268790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0"/>
              </a:lnSpc>
            </a:pPr>
            <a:r>
              <a:rPr lang="en-US" sz="2000" spc="-5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Shreya Jaiswal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3120" y="349659"/>
            <a:ext cx="4637740" cy="2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9"/>
              </a:lnSpc>
            </a:pPr>
            <a:r>
              <a:rPr lang="en-US" sz="2199" spc="-5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Hack Nation 4</a:t>
            </a:r>
            <a:r>
              <a:rPr lang="en-US" sz="2199" spc="-5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</a:t>
            </a:r>
            <a:r>
              <a:rPr lang="en-US" sz="2199" spc="-5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Global AI Hackathon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9455789"/>
            <a:ext cx="3288099" cy="430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2"/>
              </a:lnSpc>
              <a:spcBef>
                <a:spcPct val="0"/>
              </a:spcBef>
            </a:pPr>
            <a:r>
              <a:rPr lang="en-US" sz="3036" spc="-7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#Opensource 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25360" t="-67420" r="0" b="-5544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19079" y="0"/>
            <a:ext cx="7640221" cy="5143500"/>
            <a:chOff x="0" y="0"/>
            <a:chExt cx="1183670" cy="7968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3670" cy="796863"/>
            </a:xfrm>
            <a:custGeom>
              <a:avLst/>
              <a:gdLst/>
              <a:ahLst/>
              <a:cxnLst/>
              <a:rect r="r" b="b" t="t" l="l"/>
              <a:pathLst>
                <a:path h="796863" w="1183670">
                  <a:moveTo>
                    <a:pt x="0" y="0"/>
                  </a:moveTo>
                  <a:lnTo>
                    <a:pt x="1183670" y="0"/>
                  </a:lnTo>
                  <a:lnTo>
                    <a:pt x="1183670" y="796863"/>
                  </a:lnTo>
                  <a:lnTo>
                    <a:pt x="0" y="796863"/>
                  </a:lnTo>
                  <a:close/>
                </a:path>
              </a:pathLst>
            </a:custGeom>
            <a:blipFill>
              <a:blip r:embed="rId3"/>
              <a:stretch>
                <a:fillRect l="0" t="-24818" r="0" b="-24818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1028700" y="5931632"/>
            <a:ext cx="16230600" cy="3473317"/>
          </a:xfrm>
          <a:custGeom>
            <a:avLst/>
            <a:gdLst/>
            <a:ahLst/>
            <a:cxnLst/>
            <a:rect r="r" b="b" t="t" l="l"/>
            <a:pathLst>
              <a:path h="3473317" w="16230600">
                <a:moveTo>
                  <a:pt x="0" y="3473317"/>
                </a:moveTo>
                <a:lnTo>
                  <a:pt x="16230600" y="3473317"/>
                </a:lnTo>
                <a:lnTo>
                  <a:pt x="16230600" y="0"/>
                </a:lnTo>
                <a:lnTo>
                  <a:pt x="0" y="0"/>
                </a:lnTo>
                <a:lnTo>
                  <a:pt x="0" y="3473317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 l="0" t="-78675" r="-49767" b="-249109"/>
            </a:stretch>
          </a:blipFill>
        </p:spPr>
      </p:sp>
      <p:sp>
        <p:nvSpPr>
          <p:cNvPr name="AutoShape 6" id="6"/>
          <p:cNvSpPr/>
          <p:nvPr/>
        </p:nvSpPr>
        <p:spPr>
          <a:xfrm flipH="true" flipV="true">
            <a:off x="9169488" y="6198975"/>
            <a:ext cx="0" cy="2984873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-333631" y="5124450"/>
            <a:ext cx="947763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1603504"/>
            <a:ext cx="10077334" cy="121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12"/>
              </a:lnSpc>
            </a:pPr>
            <a:r>
              <a:rPr lang="en-US" b="true" sz="9902" spc="-594">
                <a:solidFill>
                  <a:srgbClr val="FEFAE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WHO WE ARE?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217926"/>
            <a:ext cx="6756819" cy="124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800" spc="-4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OpenLens is a browser extension that runs entirely on your machine. It scans your hardware and load your compatible models tlocally first. Pick any compatible LLM, and you're in control. </a:t>
            </a:r>
          </a:p>
          <a:p>
            <a:pPr algn="l">
              <a:lnSpc>
                <a:spcPts val="2448"/>
              </a:lnSpc>
            </a:pPr>
            <a:r>
              <a:rPr lang="en-US" sz="1800" spc="-4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Your AI, your hardware, your data - finally visible to you.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2795" y="7237032"/>
            <a:ext cx="6746844" cy="30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1600" spc="-4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Every user should see what their AI sees.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1396" y="7237032"/>
            <a:ext cx="6746844" cy="577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1600" spc="-4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Open-source tools that make browser AI transparent, local-first, and user-controlled.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2795" y="6425703"/>
            <a:ext cx="6746844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b="true" sz="3200" spc="-128">
                <a:solidFill>
                  <a:srgbClr val="FFFDF7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Our Vision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1396" y="6425703"/>
            <a:ext cx="6746844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b="true" sz="3200" spc="-128">
                <a:solidFill>
                  <a:srgbClr val="FFFDF7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Our Mission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19079" y="4675994"/>
            <a:ext cx="5782513" cy="44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16"/>
              </a:lnSpc>
            </a:pPr>
            <a:r>
              <a:rPr lang="en-US" b="true" sz="2742" spc="-109">
                <a:solidFill>
                  <a:srgbClr val="FFFDF7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OpenLens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0" y="5143500"/>
            <a:ext cx="18288000" cy="5143500"/>
          </a:xfrm>
          <a:custGeom>
            <a:avLst/>
            <a:gdLst/>
            <a:ahLst/>
            <a:cxnLst/>
            <a:rect r="r" b="b" t="t" l="l"/>
            <a:pathLst>
              <a:path h="5143500" w="18288000">
                <a:moveTo>
                  <a:pt x="0" y="5143500"/>
                </a:moveTo>
                <a:lnTo>
                  <a:pt x="18288000" y="5143500"/>
                </a:lnTo>
                <a:lnTo>
                  <a:pt x="1828800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-660" t="0" r="-660" b="-12020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807293" y="4217426"/>
            <a:ext cx="612048" cy="61204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F185D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01269" y="4221769"/>
            <a:ext cx="612048" cy="61204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1292" t="-10736" r="-24380" b="-107574"/>
              </a:stretch>
            </a:blipFill>
            <a:ln w="19050" cap="sq">
              <a:solidFill>
                <a:srgbClr val="6F185D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1028700"/>
            <a:ext cx="393858" cy="381513"/>
          </a:xfrm>
          <a:custGeom>
            <a:avLst/>
            <a:gdLst/>
            <a:ahLst/>
            <a:cxnLst/>
            <a:rect r="r" b="b" t="t" l="l"/>
            <a:pathLst>
              <a:path h="381513" w="393858">
                <a:moveTo>
                  <a:pt x="0" y="0"/>
                </a:moveTo>
                <a:lnTo>
                  <a:pt x="393858" y="0"/>
                </a:lnTo>
                <a:lnTo>
                  <a:pt x="393858" y="381513"/>
                </a:lnTo>
                <a:lnTo>
                  <a:pt x="0" y="3815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5732887"/>
            <a:ext cx="16134825" cy="282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17"/>
              </a:lnSpc>
            </a:pPr>
            <a:r>
              <a:rPr lang="en-US" b="true" sz="22797" spc="-1367">
                <a:solidFill>
                  <a:srgbClr val="FEFAE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463300"/>
            <a:ext cx="10900374" cy="8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7"/>
              </a:lnSpc>
              <a:spcBef>
                <a:spcPct val="0"/>
              </a:spcBef>
            </a:pPr>
            <a:r>
              <a:rPr lang="en-US" b="true" sz="6230" spc="-249">
                <a:solidFill>
                  <a:srgbClr val="FFFDF7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</a:t>
            </a:r>
            <a:r>
              <a:rPr lang="en-US" b="true" sz="6230" spc="-249" strike="noStrike" u="none">
                <a:solidFill>
                  <a:srgbClr val="FFFDF7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</a:t>
            </a:r>
            <a:r>
              <a:rPr lang="en-US" b="true" sz="6230" spc="-249" strike="noStrike" u="none">
                <a:solidFill>
                  <a:srgbClr val="FFFDF7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siness</a:t>
            </a:r>
            <a:r>
              <a:rPr lang="en-US" b="true" sz="6230" spc="-249" strike="noStrike" u="none">
                <a:solidFill>
                  <a:srgbClr val="FFFDF7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5502" y="1112398"/>
            <a:ext cx="4637740" cy="2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9"/>
              </a:lnSpc>
            </a:pPr>
            <a:r>
              <a:rPr lang="en-US" sz="2199" spc="-5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Larana Company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096113" y="9057299"/>
            <a:ext cx="8067413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5600093" y="4233743"/>
            <a:ext cx="268790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0"/>
              </a:lnSpc>
            </a:pPr>
            <a:r>
              <a:rPr lang="en-US" sz="2000" spc="-5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Presented By :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00093" y="4538543"/>
            <a:ext cx="268790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0"/>
              </a:lnSpc>
            </a:pPr>
            <a:r>
              <a:rPr lang="en-US" sz="2000" spc="-5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Drew Feig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DAHAvgYgt64</dc:identifier>
  <dcterms:modified xsi:type="dcterms:W3CDTF">2011-08-01T06:04:30Z</dcterms:modified>
  <cp:revision>1</cp:revision>
  <dc:title>Openlens</dc:title>
</cp:coreProperties>
</file>